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68" r:id="rId14"/>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6.xml"/><Relationship Id="rId18" Type="http://schemas.openxmlformats.org/officeDocument/2006/relationships/slide" Target="slides/slide17.xml"/><Relationship Id="rId19" Type="http://schemas.openxmlformats.org/officeDocument/2006/relationships/slide" Target="slides/slide2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 What stays in memory: 8 bits of codes, 4 sign bits and two fp16 norms of 16 bits each, 44 bits in total, against 128 bits for the four numbers in float32.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txBody>
          <a:bodyPr/>
          <a:p/>
        </p:txBody>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Consolas" pitchFamily="49" charset="0"/>
                <a:ea typeface="Consolas" pitchFamily="49" charset="-122"/>
                <a:cs typeface="Consolas"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txBody>
          <a:bodyPr/>
          <a:p/>
        </p:txBody>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Consolas" pitchFamily="49" charset="0"/>
                <a:ea typeface="Consolas" pitchFamily="49" charset="-122"/>
                <a:cs typeface="Consolas"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idx = Q_mse(x) with b−1 bits</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r = x − Q_mse⁻¹(idx)</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0.5 −0.2  0.8 −0.1</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−0.9  0.1  0.3  0.7</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Consolas" pitchFamily="49" charset="0"/>
                <a:ea typeface="Consolas" pitchFamily="49" charset="-122"/>
                <a:cs typeface="Consolas"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k⟩ = 1·3 + (−1)(−4)</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          + 1·2 + 0·0.5 = 9</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exact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Consolas" pitchFamily="49" charset="0"/>
                <a:ea typeface="Consolas" pitchFamily="49" charset="-122"/>
                <a:cs typeface="Consolas"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Consolas" pitchFamily="49" charset="0"/>
                <a:ea typeface="Consolas" pitchFamily="49" charset="-122"/>
                <a:cs typeface="Consolas"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128</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Consolas" pitchFamily="49" charset="0"/>
                <a:ea typeface="Consolas" pitchFamily="49" charset="-122"/>
                <a:cs typeface="Consolas"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Consolas" pitchFamily="49" charset="0"/>
                <a:ea typeface="Consolas" pitchFamily="49" charset="-122"/>
                <a:cs typeface="Consolas"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txBody>
          <a:bodyPr/>
          <a:p/>
        </p:txBody>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txBody>
          <a:bodyPr/>
          <a:p/>
        </p:txBody>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txBody>
          <a:bodyPr/>
          <a:p/>
        </p:txBody>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cache = TurboQuantCache(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model.config,</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make_k=mixed_factory(0.25, 3, 2), # 32 ch @3b + 96 @2b</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make_v=mixed_factory(0.25, 3, 2),</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out = model.generate(ids, past_key_values=cache,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max_new_tokens=64)</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Consolas" pitchFamily="49" charset="0"/>
                <a:ea typeface="Consolas" pitchFamily="49" charset="-122"/>
                <a:cs typeface="Consolas"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txBody>
          <a:bodyPr/>
          <a:p/>
        </p:txBody>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txBody>
          <a:bodyPr/>
          <a:p/>
        </p:txBody>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txBody>
          <a:bodyPr/>
          <a:p/>
        </p:txBody>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txBody>
          <a:bodyPr/>
          <a:p/>
        </p:txBody>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txBody>
          <a:bodyPr/>
          <a:p/>
        </p:txBody>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txBody>
          <a:bodyPr/>
          <a:p/>
        </p:txBody>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txBody>
          <a:bodyPr/>
          <a:p/>
        </p:txBody>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